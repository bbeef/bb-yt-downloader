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2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38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86DEA9-1300-4DF3-AAE5-C5CE4E8D40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B3FD07D-D5D8-4358-A73E-576540393D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485B98F-34E8-479A-A251-9014694DB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39B3E-6948-4BD9-B5D8-B451441A60A3}" type="datetimeFigureOut">
              <a:rPr lang="zh-TW" altLang="en-US" smtClean="0"/>
              <a:t>2025/9/2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6B13D5B-6A75-4BE2-8077-87BC927C0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1892E7C-459E-46BC-933C-B3398FF82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41A5A-A089-46EC-BDCC-17EA8CB321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8842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FE6BBD-F9A9-4DE2-93B4-5AFEFC45C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D985634-F461-41C5-A01B-7CCA20FAE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FD9EBDA-A5F0-4C11-842D-3B9AB55A8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39B3E-6948-4BD9-B5D8-B451441A60A3}" type="datetimeFigureOut">
              <a:rPr lang="zh-TW" altLang="en-US" smtClean="0"/>
              <a:t>2025/9/2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10757A4-1739-44B0-85E6-843B96BB5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BC503C3-8C19-45DE-B1F7-F2ACFB097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41A5A-A089-46EC-BDCC-17EA8CB321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6314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611EE8-BB8F-43DC-ADD6-BE47E665E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81603CC-BB72-4540-94E8-4A7AB8B18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CCBB4DC-409E-40C2-B619-CA06EB3FC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39B3E-6948-4BD9-B5D8-B451441A60A3}" type="datetimeFigureOut">
              <a:rPr lang="zh-TW" altLang="en-US" smtClean="0"/>
              <a:t>2025/9/2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F70CA82-7915-42D8-BE14-710CF743E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C91E51-0B92-4B95-BE86-EE00B980B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41A5A-A089-46EC-BDCC-17EA8CB321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9357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FDD3C0-AE32-4FD3-A1F0-15A3625F2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D13F93B-0E54-4D4F-BB00-C9CE89E033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57DF101-768F-4E86-B170-369EC509AC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F4623B6-2F30-4892-AB19-28FA2F729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39B3E-6948-4BD9-B5D8-B451441A60A3}" type="datetimeFigureOut">
              <a:rPr lang="zh-TW" altLang="en-US" smtClean="0"/>
              <a:t>2025/9/2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E28BACA-9CF7-4123-9A90-858F089C6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BEE23C4-D30E-421B-8F2C-49F56E476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41A5A-A089-46EC-BDCC-17EA8CB321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1978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6FB577-47D8-47BE-B1B5-4E03DA7A7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B988D3B-7108-4873-AE77-A03D34633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C5A76E8-4EA8-4CA4-81E0-32A675613A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520605A-A085-4694-AB9A-BC432362F1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2F56027-3658-4CE1-B40D-DCA558576D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8733F1C-7CD9-4983-9B0A-DFFF52C73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39B3E-6948-4BD9-B5D8-B451441A60A3}" type="datetimeFigureOut">
              <a:rPr lang="zh-TW" altLang="en-US" smtClean="0"/>
              <a:t>2025/9/2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07B2EEB-179F-48A6-A83F-7ADBBA3AB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073AF7E-B051-4AF4-81BF-EFEEE1A04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41A5A-A089-46EC-BDCC-17EA8CB321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5299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C5E74E-9F19-4744-8C13-988D2C486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B929BDA-4B0A-495E-9609-6843A7431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39B3E-6948-4BD9-B5D8-B451441A60A3}" type="datetimeFigureOut">
              <a:rPr lang="zh-TW" altLang="en-US" smtClean="0"/>
              <a:t>2025/9/2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F3C8E0-D9FF-4C24-BF75-CC89BF926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F47A25B-DECD-4CB1-B3CE-8FADBA134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41A5A-A089-46EC-BDCC-17EA8CB321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0699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2DFD110-9596-4325-AF55-9ECFF1FE4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39B3E-6948-4BD9-B5D8-B451441A60A3}" type="datetimeFigureOut">
              <a:rPr lang="zh-TW" altLang="en-US" smtClean="0"/>
              <a:t>2025/9/2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2C6D47E-1888-4EEE-8E8D-487F51368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C2D15B7-2CEF-48C5-9DA3-332378ED8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41A5A-A089-46EC-BDCC-17EA8CB321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7152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0C43F8-186A-4FB6-841A-EA2E9BE72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51A1409-3D40-42EB-8B1A-56E476EED5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40DB2DF-B27C-4A4C-9365-AE05F260C6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A839286-8DB4-447F-8914-CD842C0F6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39B3E-6948-4BD9-B5D8-B451441A60A3}" type="datetimeFigureOut">
              <a:rPr lang="zh-TW" altLang="en-US" smtClean="0"/>
              <a:t>2025/9/2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21B4D71-E686-4B35-BD67-B16C667F0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1B89511-E496-451D-A9DD-C03D577A2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41A5A-A089-46EC-BDCC-17EA8CB321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64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EEFD32-625D-4802-A82A-59516FFB6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68E1D788-F06E-4E38-ACCF-DF8B79F13E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CAC6B91-E9AC-48F4-9067-64AF65EED6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EEBFDD2-844A-40BF-BABF-B426E3438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39B3E-6948-4BD9-B5D8-B451441A60A3}" type="datetimeFigureOut">
              <a:rPr lang="zh-TW" altLang="en-US" smtClean="0"/>
              <a:t>2025/9/2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9BA4AA4-49CE-439B-BA3C-0A072D9A6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D5FAD4D-5384-4697-BDFE-315788B51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41A5A-A089-46EC-BDCC-17EA8CB321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0660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C6D392-F1D6-491A-9942-AAFFD666A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B25229C-925E-4898-9855-48E57C1EF8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2291302-B3BF-4411-92F4-E65DD8FEF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39B3E-6948-4BD9-B5D8-B451441A60A3}" type="datetimeFigureOut">
              <a:rPr lang="zh-TW" altLang="en-US" smtClean="0"/>
              <a:t>2025/9/2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05F459C-F5B1-44B4-B7E3-36D65F7C7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ADBB729-CCCE-4B1E-9EF0-9963F550B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41A5A-A089-46EC-BDCC-17EA8CB321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2857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BFE3F6E-01AE-4D76-AAF8-1B47D613FD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E3C635C-81ED-4CA8-A360-F41EAF6A6D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4F23FF9-A94A-40CD-A489-15AA9DCC0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39B3E-6948-4BD9-B5D8-B451441A60A3}" type="datetimeFigureOut">
              <a:rPr lang="zh-TW" altLang="en-US" smtClean="0"/>
              <a:t>2025/9/2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6EFA385-0D89-4423-B8C6-486E9EAE6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5A83385-3C48-494A-AC5D-AE8BE4982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41A5A-A089-46EC-BDCC-17EA8CB321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0109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2E80CEE-86A0-48B7-908E-A9E23ACD8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91A7E28-BA27-4135-AEDD-C77956C37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BADA129-8C5D-4C58-9DA7-7370886C21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E39B3E-6948-4BD9-B5D8-B451441A60A3}" type="datetimeFigureOut">
              <a:rPr lang="zh-TW" altLang="en-US" smtClean="0"/>
              <a:t>2025/9/2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EDDF262-BF8B-4081-9208-561618C07F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DC4CD60-6422-46E5-9ACB-EE1AFB8F30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F41A5A-A089-46EC-BDCC-17EA8CB321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1096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DF8E527F-3705-405F-AB55-DA45CC62CE8F}"/>
              </a:ext>
            </a:extLst>
          </p:cNvPr>
          <p:cNvSpPr/>
          <p:nvPr/>
        </p:nvSpPr>
        <p:spPr>
          <a:xfrm>
            <a:off x="4658042" y="1981518"/>
            <a:ext cx="2870200" cy="28702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8089ED7-090A-43DE-A2B7-E44087D5107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6887" y="1639888"/>
            <a:ext cx="3578225" cy="3578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22627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新細明體</vt:lpstr>
      <vt:lpstr>Arial</vt:lpstr>
      <vt:lpstr>Calibri</vt:lpstr>
      <vt:lpstr>Calibri Light</vt:lpstr>
      <vt:lpstr>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ahonisme Wu</dc:creator>
  <cp:lastModifiedBy>ahonisme Wu</cp:lastModifiedBy>
  <cp:revision>1</cp:revision>
  <dcterms:created xsi:type="dcterms:W3CDTF">2025-09-02T04:17:59Z</dcterms:created>
  <dcterms:modified xsi:type="dcterms:W3CDTF">2025-09-02T04:22:15Z</dcterms:modified>
</cp:coreProperties>
</file>